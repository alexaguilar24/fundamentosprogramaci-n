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Glacial Indifference" charset="1" panose="000000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87621" y="0"/>
            <a:ext cx="5400379" cy="10287000"/>
            <a:chOff x="0" y="0"/>
            <a:chExt cx="142232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2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22322">
                  <a:moveTo>
                    <a:pt x="0" y="0"/>
                  </a:moveTo>
                  <a:lnTo>
                    <a:pt x="1422322" y="0"/>
                  </a:lnTo>
                  <a:lnTo>
                    <a:pt x="142232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1F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22322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1028700" y="9395680"/>
            <a:ext cx="11858921" cy="0"/>
          </a:xfrm>
          <a:prstGeom prst="line">
            <a:avLst/>
          </a:prstGeom>
          <a:ln cap="flat" w="28575">
            <a:solidFill>
              <a:srgbClr val="20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855428" y="2111308"/>
            <a:ext cx="6064385" cy="6064385"/>
            <a:chOff x="0" y="0"/>
            <a:chExt cx="8085846" cy="808584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085846" cy="8085846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146569" y="146585"/>
              <a:ext cx="7792708" cy="7792677"/>
              <a:chOff x="0" y="0"/>
              <a:chExt cx="6350000" cy="63499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8739" t="0" r="-28739" b="0"/>
                </a:stretch>
              </a:blipFill>
            </p:spPr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028700" y="920075"/>
            <a:ext cx="434502" cy="108625"/>
          </a:xfrm>
          <a:custGeom>
            <a:avLst/>
            <a:gdLst/>
            <a:ahLst/>
            <a:cxnLst/>
            <a:rect r="r" b="b" t="t" l="l"/>
            <a:pathLst>
              <a:path h="108625" w="434502">
                <a:moveTo>
                  <a:pt x="0" y="0"/>
                </a:moveTo>
                <a:lnTo>
                  <a:pt x="434502" y="0"/>
                </a:lnTo>
                <a:lnTo>
                  <a:pt x="434502" y="108625"/>
                </a:lnTo>
                <a:lnTo>
                  <a:pt x="0" y="10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55476" y="8802341"/>
            <a:ext cx="467550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201F1C"/>
                </a:solidFill>
                <a:latin typeface="Poppins Bold"/>
                <a:ea typeface="Poppins Bold"/>
                <a:cs typeface="Poppins Bold"/>
                <a:sym typeface="Poppins Bold"/>
              </a:rPr>
              <a:t>Melina Garcia y Alejandro Aguilar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5951" y="3261944"/>
            <a:ext cx="8328861" cy="265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1"/>
              </a:lnSpc>
            </a:pPr>
            <a:r>
              <a:rPr lang="en-US" sz="10632">
                <a:solidFill>
                  <a:srgbClr val="20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SKATE BOARD STORE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5476" y="6123656"/>
            <a:ext cx="642129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201F1C"/>
                </a:solidFill>
                <a:latin typeface="Poppins"/>
                <a:ea typeface="Poppins"/>
                <a:cs typeface="Poppins"/>
                <a:sym typeface="Poppins"/>
              </a:rPr>
              <a:t>Fundamentos de programación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703" y="2388565"/>
            <a:ext cx="4706277" cy="36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799" b="true">
                <a:solidFill>
                  <a:srgbClr val="201F1C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Presentacion final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682740"/>
            <a:chOff x="0" y="0"/>
            <a:chExt cx="4816593" cy="1233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233314"/>
            </a:xfrm>
            <a:custGeom>
              <a:avLst/>
              <a:gdLst/>
              <a:ahLst/>
              <a:cxnLst/>
              <a:rect r="r" b="b" t="t" l="l"/>
              <a:pathLst>
                <a:path h="123331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33314"/>
                  </a:lnTo>
                  <a:lnTo>
                    <a:pt x="0" y="1233314"/>
                  </a:lnTo>
                  <a:close/>
                </a:path>
              </a:pathLst>
            </a:custGeom>
            <a:solidFill>
              <a:srgbClr val="201F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1290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920075"/>
            <a:ext cx="434502" cy="108625"/>
          </a:xfrm>
          <a:custGeom>
            <a:avLst/>
            <a:gdLst/>
            <a:ahLst/>
            <a:cxnLst/>
            <a:rect r="r" b="b" t="t" l="l"/>
            <a:pathLst>
              <a:path h="108625" w="434502">
                <a:moveTo>
                  <a:pt x="0" y="0"/>
                </a:moveTo>
                <a:lnTo>
                  <a:pt x="434502" y="0"/>
                </a:lnTo>
                <a:lnTo>
                  <a:pt x="434502" y="108625"/>
                </a:lnTo>
                <a:lnTo>
                  <a:pt x="0" y="10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0">
            <a:off x="1028700" y="9395680"/>
            <a:ext cx="16230600" cy="0"/>
          </a:xfrm>
          <a:prstGeom prst="line">
            <a:avLst/>
          </a:prstGeom>
          <a:ln cap="flat" w="28575">
            <a:solidFill>
              <a:srgbClr val="201F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231609" y="1651917"/>
            <a:ext cx="13824783" cy="12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7"/>
              </a:lnSpc>
            </a:pPr>
            <a:r>
              <a:rPr lang="en-US" sz="10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8913" y="5278223"/>
            <a:ext cx="12675154" cy="325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5"/>
              </a:lnSpc>
            </a:pPr>
            <a:r>
              <a:rPr lang="en-US" sz="3297">
                <a:solidFill>
                  <a:srgbClr val="201F1C"/>
                </a:solidFill>
                <a:latin typeface="Poppins"/>
                <a:ea typeface="Poppins"/>
                <a:cs typeface="Poppins"/>
                <a:sym typeface="Poppins"/>
              </a:rPr>
              <a:t>Nuestro objetivo con la mejoración de la página web de la tienda es de poder facilitar al cliente la compra de sus productos y a los empleados la información sobre el almacenamiento de estos.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13933" y="2919197"/>
            <a:ext cx="12860135" cy="44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Mejoramiento de página web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0258" y="1028700"/>
            <a:ext cx="13687484" cy="8229600"/>
          </a:xfrm>
          <a:custGeom>
            <a:avLst/>
            <a:gdLst/>
            <a:ahLst/>
            <a:cxnLst/>
            <a:rect r="r" b="b" t="t" l="l"/>
            <a:pathLst>
              <a:path h="8229600" w="13687484">
                <a:moveTo>
                  <a:pt x="0" y="0"/>
                </a:moveTo>
                <a:lnTo>
                  <a:pt x="13687484" y="0"/>
                </a:lnTo>
                <a:lnTo>
                  <a:pt x="136874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650" y="1028700"/>
            <a:ext cx="15700699" cy="8229600"/>
          </a:xfrm>
          <a:custGeom>
            <a:avLst/>
            <a:gdLst/>
            <a:ahLst/>
            <a:cxnLst/>
            <a:rect r="r" b="b" t="t" l="l"/>
            <a:pathLst>
              <a:path h="8229600" w="15700699">
                <a:moveTo>
                  <a:pt x="0" y="0"/>
                </a:moveTo>
                <a:lnTo>
                  <a:pt x="15700700" y="0"/>
                </a:lnTo>
                <a:lnTo>
                  <a:pt x="157007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315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8509" y="1028700"/>
            <a:ext cx="15810982" cy="8229600"/>
          </a:xfrm>
          <a:custGeom>
            <a:avLst/>
            <a:gdLst/>
            <a:ahLst/>
            <a:cxnLst/>
            <a:rect r="r" b="b" t="t" l="l"/>
            <a:pathLst>
              <a:path h="8229600" w="15810982">
                <a:moveTo>
                  <a:pt x="0" y="0"/>
                </a:moveTo>
                <a:lnTo>
                  <a:pt x="15810982" y="0"/>
                </a:lnTo>
                <a:lnTo>
                  <a:pt x="158109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06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8509" y="1028700"/>
            <a:ext cx="15810982" cy="8229600"/>
          </a:xfrm>
          <a:custGeom>
            <a:avLst/>
            <a:gdLst/>
            <a:ahLst/>
            <a:cxnLst/>
            <a:rect r="r" b="b" t="t" l="l"/>
            <a:pathLst>
              <a:path h="8229600" w="15810982">
                <a:moveTo>
                  <a:pt x="0" y="0"/>
                </a:moveTo>
                <a:lnTo>
                  <a:pt x="15810982" y="0"/>
                </a:lnTo>
                <a:lnTo>
                  <a:pt x="158109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06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8509" y="1028700"/>
            <a:ext cx="15810982" cy="8229600"/>
          </a:xfrm>
          <a:custGeom>
            <a:avLst/>
            <a:gdLst/>
            <a:ahLst/>
            <a:cxnLst/>
            <a:rect r="r" b="b" t="t" l="l"/>
            <a:pathLst>
              <a:path h="8229600" w="15810982">
                <a:moveTo>
                  <a:pt x="0" y="0"/>
                </a:moveTo>
                <a:lnTo>
                  <a:pt x="15810982" y="0"/>
                </a:lnTo>
                <a:lnTo>
                  <a:pt x="158109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069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34593" cy="10287000"/>
            <a:chOff x="0" y="0"/>
            <a:chExt cx="166837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83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8370">
                  <a:moveTo>
                    <a:pt x="0" y="0"/>
                  </a:moveTo>
                  <a:lnTo>
                    <a:pt x="1668370" y="0"/>
                  </a:lnTo>
                  <a:lnTo>
                    <a:pt x="166837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1F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837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920075"/>
            <a:ext cx="434502" cy="108625"/>
          </a:xfrm>
          <a:custGeom>
            <a:avLst/>
            <a:gdLst/>
            <a:ahLst/>
            <a:cxnLst/>
            <a:rect r="r" b="b" t="t" l="l"/>
            <a:pathLst>
              <a:path h="108625" w="434502">
                <a:moveTo>
                  <a:pt x="0" y="0"/>
                </a:moveTo>
                <a:lnTo>
                  <a:pt x="434502" y="0"/>
                </a:lnTo>
                <a:lnTo>
                  <a:pt x="434502" y="108625"/>
                </a:lnTo>
                <a:lnTo>
                  <a:pt x="0" y="10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07930" y="522573"/>
            <a:ext cx="9162524" cy="9241853"/>
          </a:xfrm>
          <a:custGeom>
            <a:avLst/>
            <a:gdLst/>
            <a:ahLst/>
            <a:cxnLst/>
            <a:rect r="r" b="b" t="t" l="l"/>
            <a:pathLst>
              <a:path h="9241853" w="9162524">
                <a:moveTo>
                  <a:pt x="0" y="0"/>
                </a:moveTo>
                <a:lnTo>
                  <a:pt x="9162524" y="0"/>
                </a:lnTo>
                <a:lnTo>
                  <a:pt x="9162524" y="9241854"/>
                </a:lnTo>
                <a:lnTo>
                  <a:pt x="0" y="9241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993" t="-9600" r="-27963" b="-1217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563" y="2076849"/>
            <a:ext cx="7962900" cy="194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0"/>
              </a:lnSpc>
            </a:pPr>
            <a:r>
              <a:rPr lang="en-US" sz="8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DIAGRAMA </a:t>
            </a:r>
          </a:p>
          <a:p>
            <a:pPr algn="l">
              <a:lnSpc>
                <a:spcPts val="7310"/>
              </a:lnSpc>
            </a:pPr>
            <a:r>
              <a:rPr lang="en-US" sz="8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FLUJO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DAG6S52TLi0</dc:identifier>
  <dcterms:modified xsi:type="dcterms:W3CDTF">2011-08-01T06:04:30Z</dcterms:modified>
  <cp:revision>1</cp:revision>
  <dc:title>evidencia final - fundamentos de programación</dc:title>
</cp:coreProperties>
</file>